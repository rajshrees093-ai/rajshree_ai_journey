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06240"/>
            <a:ext cx="12188952" cy="2651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FocusFlow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28803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Task Prioritization &amp; Daily Planning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· AB Talks 60-Day Claude AI Challenge · Day 1 of 10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Planning your day is harder than doing the work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4231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structuring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97280" y="315468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apps make you tag, prioritize, and sort your own thoughts before you can even start.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34840" y="210312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24231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fatigue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709160" y="315468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morning starts with the same question: what do I actually need to do today?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210312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24231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Abandoned systems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321040" y="315468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that demand upkeep get used for a week, then quietly abandoned.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57150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insight: people are good at describing what they need to do — and bad at structuring it themselves.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people who think in lists, not systems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3291840" cy="3566160"/>
          </a:xfrm>
          <a:prstGeom prst="roundRect">
            <a:avLst>
              <a:gd name="adj" fmla="val 3333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4688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Overwhelmed Multitasker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7280" y="333756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Juggles work, errands, and commitments with no single organizing system.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34840" y="2103120"/>
            <a:ext cx="3291840" cy="3566160"/>
          </a:xfrm>
          <a:prstGeom prst="roundRect">
            <a:avLst>
              <a:gd name="adj" fmla="val 3333"/>
            </a:avLst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24688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Chronic Procrastinator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709160" y="333756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what needs doing but struggles to know where to start.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46720" y="2103120"/>
            <a:ext cx="3291840" cy="3566160"/>
          </a:xfrm>
          <a:prstGeom prst="roundRect">
            <a:avLst>
              <a:gd name="adj" fmla="val 3333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24688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Efficiency Seeker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321040" y="333756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uses to-do apps, frustrated by manual tagging and sorting busywork.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 it messy. Get back a clear plan.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08760" y="2084832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tasks in plain language — however they come to mind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2999232"/>
            <a:ext cx="457200" cy="45720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2980944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parses each task: category, urgency, estimated time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60" y="3895344"/>
            <a:ext cx="457200" cy="45720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387705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builds a prioritized daily plan, with reasoning included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22960" y="4791456"/>
            <a:ext cx="457200" cy="45720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791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08760" y="4773168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the plan, mark tasks done, watch your streak grow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ships in v1.0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074920" cy="1325880"/>
          </a:xfrm>
          <a:prstGeom prst="roundRect">
            <a:avLst>
              <a:gd name="adj" fmla="val 6897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1031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Natural language input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097280" y="2496312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Dump tasks in one messy block of text — no forms, no menus.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965960"/>
            <a:ext cx="5074920" cy="1325880"/>
          </a:xfrm>
          <a:prstGeom prst="roundRect">
            <a:avLst>
              <a:gd name="adj" fmla="val 6897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21031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task parsing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446520" y="2496312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extracts title, category, urgency, and time estimate automatically.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520440"/>
            <a:ext cx="5074920" cy="1325880"/>
          </a:xfrm>
          <a:prstGeom prst="roundRect">
            <a:avLst>
              <a:gd name="adj" fmla="val 6897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65760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daily planning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097280" y="4050792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prioritized 'Today's Plan' generated with brief reasoning per task.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3520440"/>
            <a:ext cx="5074920" cy="1325880"/>
          </a:xfrm>
          <a:prstGeom prst="roundRect">
            <a:avLst>
              <a:gd name="adj" fmla="val 6897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365760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management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46520" y="4050792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complete, delete, review the full task list at any time.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5074920"/>
            <a:ext cx="5074920" cy="1325880"/>
          </a:xfrm>
          <a:prstGeom prst="roundRect">
            <a:avLst>
              <a:gd name="adj" fmla="val 6897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521208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Streak tracking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097280" y="5605272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progress indicator that reinforces daily use.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5074920"/>
            <a:ext cx="5074920" cy="1325880"/>
          </a:xfrm>
          <a:prstGeom prst="roundRect">
            <a:avLst>
              <a:gd name="adj" fmla="val 6897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521208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Responsive design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446520" y="5605272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working experience on both desktop and mobile.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lean stack built to ship in 10 days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05740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0" y="2057400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— fast, component-driven UI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770632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0" y="2770632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— thin API layer, keeps the AI key server-side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483864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00400" y="3483864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for both task parsing and daily plan generation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4197096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00400" y="419709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JSON/in-memory store — no database overhead for a single-user v1.0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91032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00400" y="4910328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hosting (frontend + backend), public URL, environment-secured secrets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Deliberately deferred, not forgotten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258568"/>
            <a:ext cx="201168" cy="201168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21488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sync (Google Calendar, Outlook)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2916936"/>
            <a:ext cx="201168" cy="201168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280720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tasks &amp; habit scheduling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3575304"/>
            <a:ext cx="201168" cy="201168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346557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accounts &amp; authentication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60" y="4233672"/>
            <a:ext cx="201168" cy="201168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412394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&amp; reminders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4892040"/>
            <a:ext cx="201168" cy="201168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478231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Team/collaboration &amp; shared task lists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2960" y="58064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from v1.0 on purpose — to protect a tight, working, polished product over a sprawling, half-finished one.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1024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daily planning layer powered entirely by conversation.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3108960"/>
            <a:ext cx="9875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7D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FocusFlow starts as a single-user planning tool — but the underlying idea is bigger: replacing rigid, form-based productivity software with a natural-language interface that understands intent, not just input. Every future feature, from calendar sync to team collaboration, extends this same core loop: describe it, and let AI organize it.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FocusFlow v1.0 — Built in 10 days, from idea to deployed product.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2026-07-30T05:26:22Z</dcterms:created>
  <dcterms:modified xsi:type="dcterms:W3CDTF">2026-07-30T05:26:22Z</dcterms:modified>
</cp:coreProperties>
</file>